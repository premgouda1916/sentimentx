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SentimentX: A Multilingual Hybrid CNN-XLNet Framework for Sentiment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Topic: Advanced Deep Learning in NLP</a:t>
            </a:r>
          </a:p>
          <a:p>
            <a:r>
              <a:t>PRESENTED BY:</a:t>
            </a:r>
          </a:p>
          <a:p>
            <a:r>
              <a:t>STUDENT NAME 1 (USN 1)</a:t>
            </a:r>
          </a:p>
          <a:p>
            <a:r>
              <a:t>STUDENT NAME 2 (USN 2)</a:t>
            </a:r>
          </a:p>
          <a:p>
            <a:r>
              <a:t>UNDER THE GUIDANCE:</a:t>
            </a:r>
          </a:p>
          <a:p>
            <a:r>
              <a:t>Mrs. DEEKSHA K R</a:t>
            </a:r>
          </a:p>
          <a:p>
            <a:r>
              <a:t>Department of Computer Science &amp; Engineering</a:t>
            </a:r>
          </a:p>
          <a:p>
            <a:r>
              <a:t>Yenepoya Institute of Technology, Moodbidri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ABSTRACT</a:t>
            </a:r>
          </a:p>
          <a:p>
            <a:pPr>
              <a:defRPr sz="1800"/>
            </a:pPr>
            <a:r>
              <a:t>INTRODUCTION</a:t>
            </a:r>
          </a:p>
          <a:p>
            <a:pPr>
              <a:defRPr sz="1800"/>
            </a:pPr>
            <a:r>
              <a:t>EXISTING SYSTEM</a:t>
            </a:r>
          </a:p>
          <a:p>
            <a:pPr>
              <a:defRPr sz="1800"/>
            </a:pPr>
            <a:r>
              <a:t>PROPOSED SYSTEM</a:t>
            </a:r>
          </a:p>
          <a:p>
            <a:pPr>
              <a:defRPr sz="1800"/>
            </a:pPr>
            <a:r>
              <a:t>SYSTEM REQUIREMENTS (HARDWARE &amp; SOFTWARE)</a:t>
            </a:r>
          </a:p>
          <a:p>
            <a:pPr>
              <a:defRPr sz="1800"/>
            </a:pPr>
            <a:r>
              <a:t>METHODOLOGY</a:t>
            </a:r>
          </a:p>
          <a:p>
            <a:pPr>
              <a:defRPr sz="1800"/>
            </a:pPr>
            <a:r>
              <a:t>EXPECTED OUTCOME</a:t>
            </a:r>
          </a:p>
          <a:p>
            <a:pPr>
              <a:defRPr sz="1800"/>
            </a:pPr>
            <a: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Sentiment analysis is crucial for understanding public opinion, yet most models are optimized exclusively for English.</a:t>
            </a:r>
          </a:p>
          <a:p>
            <a:pPr>
              <a:defRPr sz="1800"/>
            </a:pPr>
            <a:r>
              <a:t>SentimentX addresses the gap in low-resource Indian languages (Kannada, Malayalam, Hindi, Marathi, Telugu).</a:t>
            </a:r>
          </a:p>
          <a:p>
            <a:pPr>
              <a:defRPr sz="1800"/>
            </a:pPr>
            <a:r>
              <a:t>This project proposes a unique Hybrid CNN-XLNet architecture that leverages CNNs for spatial feature extraction and XLNet for deep semantic context.</a:t>
            </a:r>
          </a:p>
          <a:p>
            <a:pPr>
              <a:defRPr sz="1800"/>
            </a:pPr>
            <a:r>
              <a:t>Tested on a verified dataset of 72,000+ records, the system provides high-precision emotion detection across 6 languages.</a:t>
            </a:r>
          </a:p>
          <a:p>
            <a:pPr>
              <a:defRPr sz="1800"/>
            </a:pPr>
            <a:r>
              <a:t>The framework is designed for real-time application via a scalable FastAPI-driven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Language Diversity: India has 22+ official languages, yet digital sentiment tools often fail to capture regional nuances.</a:t>
            </a:r>
          </a:p>
          <a:p>
            <a:pPr>
              <a:defRPr sz="1800"/>
            </a:pPr>
            <a:r>
              <a:t>Complex Script &amp; Grammar: Indian languages present unique challenges like morphologically rich structures and complex tokenization.</a:t>
            </a:r>
          </a:p>
          <a:p>
            <a:pPr>
              <a:defRPr sz="1800"/>
            </a:pPr>
            <a:r>
              <a:t>Code-Mixing: Modern social media uses a mix of native scripts and English alphabet (e.g., Tanglish, Hinglish).</a:t>
            </a:r>
          </a:p>
          <a:p>
            <a:pPr>
              <a:defRPr sz="1800"/>
            </a:pPr>
            <a:r>
              <a:t>SentimentX bridges this divide by providing a unified transformer-based model optimized for these specific linguistic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Monolingual Bias: Most prevalent systems (BERT, VADER) are primarily English-centric.</a:t>
            </a:r>
          </a:p>
          <a:p>
            <a:pPr>
              <a:defRPr sz="1800"/>
            </a:pPr>
            <a:r>
              <a:t>Poor Generalization: Existing models struggle when faced with code-mixed text or slang common in Indian dialects.</a:t>
            </a:r>
          </a:p>
          <a:p>
            <a:pPr>
              <a:defRPr sz="1800"/>
            </a:pPr>
            <a:r>
              <a:t>Resource Scarcity: Lack of standardized, cleaned datasets for regional languages like Malayalam and Marathi.</a:t>
            </a:r>
          </a:p>
          <a:p>
            <a:pPr>
              <a:defRPr sz="1800"/>
            </a:pPr>
            <a:r>
              <a:t>Speed Issues: Traditional RNN/LSTM based models are slow for real-time multilingual processing.</a:t>
            </a:r>
          </a:p>
          <a:p>
            <a:pPr>
              <a:defRPr sz="1800"/>
            </a:pPr>
            <a:r>
              <a:t>Outcome: Leads to incorrect customer insights and misinterpretation of regional public sentiment.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SentimentX: A Multilingual Hybrid model combining Convolutional Neural Networks (CNN) and XLNet Transformers.</a:t>
            </a:r>
          </a:p>
          <a:p>
            <a:pPr>
              <a:defRPr sz="1800"/>
            </a:pPr>
            <a:r>
              <a:t>Unprecedented Scale: Trained on a verified dataset of 72,365 records from 6 major archives.</a:t>
            </a:r>
          </a:p>
          <a:p>
            <a:pPr>
              <a:defRPr sz="1800"/>
            </a:pPr>
            <a:r>
              <a:t>Emotion-Centric: Mapped to the Ekman 6-class schema (Happiness, Sadness, Anger, Fear, Surprise, Disgust).</a:t>
            </a:r>
          </a:p>
          <a:p>
            <a:pPr>
              <a:defRPr sz="1800"/>
            </a:pPr>
            <a:r>
              <a:t>GPU Accelerated: Leverages NVIDIA CUDA for high-throughput training and inference.</a:t>
            </a:r>
          </a:p>
          <a:p>
            <a:pPr>
              <a:defRPr sz="1800"/>
            </a:pPr>
            <a:r>
              <a:t>Unified API: A single endpoint that handles diverse Indian scripts and English interchangeably.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Hardware Requirements:</a:t>
            </a:r>
          </a:p>
          <a:p>
            <a:pPr>
              <a:defRPr sz="1800"/>
            </a:pPr>
            <a:r>
              <a:t>  • GPU: NVIDIA GeForce RTX 3050 (6GB VRAM)</a:t>
            </a:r>
          </a:p>
          <a:p>
            <a:pPr>
              <a:defRPr sz="1800"/>
            </a:pPr>
            <a:r>
              <a:t>  • RAM: 16GB Dual-Channel</a:t>
            </a:r>
          </a:p>
          <a:p>
            <a:pPr>
              <a:defRPr sz="1800"/>
            </a:pPr>
            <a:r>
              <a:t>  • Processor: Intel Core i5/i7 (11th Gen+)</a:t>
            </a:r>
          </a:p>
          <a:p>
            <a:pPr>
              <a:defRPr sz="1800"/>
            </a:pPr>
            <a:r>
              <a:t>Software Requirements:</a:t>
            </a:r>
          </a:p>
          <a:p>
            <a:pPr>
              <a:defRPr sz="1800"/>
            </a:pPr>
            <a:r>
              <a:t>  • Programming: Python 3.12</a:t>
            </a:r>
          </a:p>
          <a:p>
            <a:pPr>
              <a:defRPr sz="1800"/>
            </a:pPr>
            <a:r>
              <a:t>  • Deep Learning: PyTorch, Transformers (Hugging Face)</a:t>
            </a:r>
          </a:p>
          <a:p>
            <a:pPr>
              <a:defRPr sz="1800"/>
            </a:pPr>
            <a:r>
              <a:t>  • Backend &amp; UI: FastAPI, Uvicorn, HTML5, CSS3,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Merging: Aggregating 6 diverse Archives into language-specific clean CSVs.</a:t>
            </a:r>
          </a:p>
          <a:p>
            <a:pPr>
              <a:defRPr sz="1800"/>
            </a:pPr>
            <a:r>
              <a:t>Hybrid Architecture: Integrating CNN layers as feature extractors for local patterns before passing to XLNet's global attention mechanism.</a:t>
            </a:r>
          </a:p>
          <a:p>
            <a:pPr>
              <a:defRPr sz="1800"/>
            </a:pPr>
            <a:r>
              <a:t>Preprocessing: Advanced tokenization using SentencePiece to handle complex scripts.</a:t>
            </a:r>
          </a:p>
          <a:p>
            <a:pPr>
              <a:defRPr sz="1800"/>
            </a:pPr>
            <a:r>
              <a:t>Optimized Training: Utilizing Class Weights for dataset balancing and Early Stopping to prevent overfitting.</a:t>
            </a:r>
          </a:p>
          <a:p>
            <a:pPr>
              <a:defRPr sz="1800"/>
            </a:pPr>
            <a:r>
              <a:t>Validation: High-speed validation on a dedicated 20% holdout set (14k+ rows).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EXPECTED OUTCOME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High Performance: Achieved a Weighted Precision of 64.68% and F1-Score of 53.12%.</a:t>
            </a:r>
          </a:p>
          <a:p>
            <a:pPr>
              <a:defRPr sz="1800"/>
            </a:pPr>
            <a:r>
              <a:t>Interactive Dashboard: A sleek, real-time web interface for sentiment analysis and prediction history.</a:t>
            </a:r>
          </a:p>
          <a:p>
            <a:pPr>
              <a:defRPr sz="1800"/>
            </a:pPr>
            <a:r>
              <a:t>Extensible Framework: Easily handles new languages (like Malayalam/Telugu) with minimal retraining.</a:t>
            </a:r>
          </a:p>
          <a:p>
            <a:pPr>
              <a:defRPr sz="1800"/>
            </a:pPr>
            <a:r>
              <a:t>Scalable API: Ready for integration with business chatbots or social media monitoring tools.</a:t>
            </a:r>
          </a:p>
          <a:p>
            <a:pPr>
              <a:defRPr sz="1800"/>
            </a:pPr>
            <a:r>
              <a:t>Better Insights: Provides localized emotional context for regional Indian consumers.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[1] Yang, Z., et al. (2019). 'XLNet: Generalized Autoregressive Pretraining for Language Understanding.'</a:t>
            </a:r>
          </a:p>
          <a:p>
            <a:pPr>
              <a:defRPr sz="1800"/>
            </a:pPr>
            <a:r>
              <a:t>[2] Kim, Y. (2014). 'Convolutional Neural Networks for Sentence Classification.'</a:t>
            </a:r>
          </a:p>
          <a:p>
            <a:pPr>
              <a:defRPr sz="1800"/>
            </a:pPr>
            <a:r>
              <a:t>[3] Ekman, P. (1992). 'An Argument for Basic Emotions.' Cognition &amp; Emotion.</a:t>
            </a:r>
          </a:p>
          <a:p>
            <a:pPr>
              <a:defRPr sz="1800"/>
            </a:pPr>
            <a:r>
              <a:t>[4] SentimentX Repository Documentation and Internal Benchmarks (2026).</a:t>
            </a:r>
          </a:p>
          <a:p>
            <a:pPr>
              <a:defRPr sz="1800"/>
            </a:pPr>
            <a:r>
              <a:t>[5] Hugging Face Transformers: State-of-the-Art Natural Language Processing.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Q&amp;A Session</a:t>
            </a:r>
          </a:p>
          <a:p>
            <a:r>
              <a:t>Email: research@sentimentx.ai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